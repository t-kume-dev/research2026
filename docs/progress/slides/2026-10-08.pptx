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今週は、前回うまくいかなかった伸展の MVC の取り方を決めました。文献で取り方を調べ、研究室で候補を同じ日に試しました。結論から言うと、伸展は「腕を机に乗せ、他の人に上から押さえてもらう」やり方で足りました。屈曲はまだ足りていません。</a:t>
            </a:r>
          </a:p>
          <a:p/>
          <a:p>
            <a:r>
              <a:t>流れは、目標 → やったこと → わかったこと → 次やること → まとめ、の順で話します。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大きな目標は先週と同じで、EMG でデータを取り、実際に違いが出ているデータを確認することです。</a:t>
            </a:r>
          </a:p>
          <a:p/>
          <a:p>
            <a:r>
              <a:t>そのための小さな目標が、伸展の MVC を全力で取れる方法を決めることです。MVC は最大随意収縮、その筋で出せる全力のときの筋活動で、%MVC を出すときの分母になります。</a:t>
            </a:r>
          </a:p>
          <a:p/>
          <a:p>
            <a:r>
              <a:t>前回（09-29）は、机に固定した手を自分の反対の手で押さえて反らす方法で伸展の MVC を取りました。ところがデモで手首を自由に反らしきっただけで、伸筋側が約 350 %MVC になりました。分母の MVC が小さすぎると %MVC が 100% を超え、日をまたいだ比較の土台になりません。なので、本番データを取る前に MVC の取り方を固めます。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つやりました。</a:t>
            </a:r>
          </a:p>
          <a:p/>
          <a:p>
            <a:r>
              <a:t>1 つ目は文献です。手持ちの 13 本を読み、MVC の手順が書いてあるかを確認しました。手順を別の論文に任せていたものは、引用をたどって元の手順まで読みました（Forman 2020 の 2 本、Forman 2019、Holmes 2022）。まとめは literature/notes/MVC_protocols.md にあります。</a:t>
            </a:r>
          </a:p>
          <a:p/>
          <a:p>
            <a:r>
              <a:t>2 つ目は研究室での比較です。10-06 に、前腕 2 か所（伸筋側・屈筋側）にセンサを付け、手伝ってくれる人 1 人と記録しました。9 つの課題を 1 回ずつ（前回のやり方 A だけ 2 回）と、確認動作（手首を自由に反らしきる・曲げきる）を 1 回ずつ取りました。比べるのは mvc-compare というコマンドで、確認動作がそれぞれの課題の MVC の何 % になるかを出します。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文献から言えることは 2 つです。</a:t>
            </a:r>
          </a:p>
          <a:p/>
          <a:p>
            <a:r>
              <a:t>1 つ目、抵抗はどの文献も実験者がかけています。前回の「自分の反対の手で押さえる」やり方はどこにもありませんでした。力センサで測る Forman 2020 も、使わない手は机の上に置かせていて、押さえるのには使わせていません。</a:t>
            </a:r>
          </a:p>
          <a:p/>
          <a:p>
            <a:r>
              <a:t>2 つ目、伸筋は伸展だけでなく、筋ごとに課題を分けています。握って伸展、伸展＋尺屈（小指側）、手を全力で開きながら伸展、などです。前腕の向きは文献で違い、Forman は親指が上、Lacelle は手のひら下です。また Lacelle は、ほかの全力課題のほうが EMG が大きければそちらで正規化していて、全課題の最大を MVC にする今のコードと同じ考え方です。</a:t>
            </a:r>
          </a:p>
          <a:p/>
          <a:p>
            <a:r>
              <a:t>【13 本の内訳（聞かれたら）】</a:t>
            </a:r>
          </a:p>
          <a:p>
            <a:r>
              <a:t>・筋ごとの手順まで書いてあった：Lacelle 2025。もう 1 本は、たどって行き着いた Forman 2019</a:t>
            </a:r>
          </a:p>
          <a:p>
            <a:r>
              <a:t>・手順を別の論文に任せている：Forman 2025 の 2 本と Forman 2023（博論）。たどると Forman 2019 の表に行き着く。Forman 2019 は有料だが、著者の博論（2020、Ontario Tech、公開）の 3 章が同じ論文で、表 3.1 に同じ表がある</a:t>
            </a:r>
          </a:p>
          <a:p>
            <a:r>
              <a:t>・Wang 2023：「解剖ガイド（Perotto 2011）に従った」とだけ書いている</a:t>
            </a:r>
          </a:p>
          <a:p>
            <a:r>
              <a:t>・MVC を使っていない 8 本：Park 2021、Prajapati 2024、Kuikkaniemi 2010（別の正規化）、Okinaka &amp; Wada 2023、Jeong 2024（RMS や周波数のみ）、Donovan 2022、Dupuy 2024、Dupuy 2025（EMG を測っていない）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10-06 に試した動作の一覧です。</a:t>
            </a:r>
          </a:p>
          <a:p/>
          <a:p>
            <a:r>
              <a:t>最初に確認動作を取りました。誰も押さえずに、手首を反らしきる・曲げきる動きで、疲れる前の最大を見るためのものです。</a:t>
            </a:r>
          </a:p>
          <a:p/>
          <a:p>
            <a:r>
              <a:t>伸展は 8 つです。A は前回までのやり方で、自分の反対の手で押さえます。B〜G は手伝う人に抵抗をかけてもらうやり方で、文献の課題（Forman 2019、Lacelle 2025）から選びました。前腕の向き（手のひら下・親指が上）、握るか開くか、小指側・親指側にも押すかを変えています。H は一人でできる方法で、机の天板の裏を押し上げます。</a:t>
            </a:r>
          </a:p>
          <a:p/>
          <a:p>
            <a:r>
              <a:t>屈曲は 2 つで、どちらも手のひら上です。I は握って曲げる、J は手伝う人の指を握りながら曲げます。</a:t>
            </a:r>
          </a:p>
          <a:p/>
          <a:p>
            <a:r>
              <a:t>試行は 1 回ずつ（A だけ 2 回）です。D 以降は腕を机から浮かせて取りました。H は CSV を書き出しそこねたので、結果がありません。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比べ方です。</a:t>
            </a:r>
          </a:p>
          <a:p/>
          <a:p>
            <a:r>
              <a:t>確認動作は、誰も押さえずに手首を自由に反らしきる（曲げきる）動きで、09-29 のデモで 350% になったのと同じ動きです。これを記録の最初、疲れる前に取りました。</a:t>
            </a:r>
          </a:p>
          <a:p/>
          <a:p>
            <a:r>
              <a:t>各課題の MVC で確認動作のピークを割ります。100% 以下なら、その課題で確認動作より大きい力が出せている、つまり全力を出し切れているということです。100% を超えたら、その課題では足りません。</a:t>
            </a:r>
          </a:p>
          <a:p/>
          <a:p>
            <a:r>
              <a:t>MVC は、包絡線（筋電の大きさを表す線）の 0.5 秒移動平均の最大です。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小さな目標への答えです。</a:t>
            </a:r>
          </a:p>
          <a:p/>
          <a:p>
            <a:r>
              <a:t>手のひら下・握って、腕を机に乗せ、他の人に手の甲を上から押さえてもらうやり方（B）で、確認動作が 56 %MVC に収まりました。前回は 350% だったので、十分な余裕があります。</a:t>
            </a:r>
          </a:p>
          <a:p/>
          <a:p>
            <a:r>
              <a:t>この結論は疲れがあっても変わりません。確認動作は最初に、疲れる前に取っています。疲れると全力の EMG は小さく出るので、もし B に疲れが入っていたとしても、本当の B の MVC はもっと大きく、%MVC はもっと小さくなるだけです。</a:t>
            </a:r>
          </a:p>
          <a:p/>
          <a:p>
            <a:r>
              <a:t>前回までのやり方（A、自分の反対の手で押さえる）も、今回は 96 %MVC でぎりぎり 100% を下回りました。09-29 は同じやり方で約 350% だったので、日によって大きく違います。理由は今のデータでは決められません。考察の余地として、センサの位置が日によって安定していない（10-06 は記録中にセンサの上下がわからなくなった）、押さえ方が違った、確認動作の反らし方が違った、などが考えられます。どちらにしても、余裕のある B を使います。</a:t>
            </a:r>
          </a:p>
          <a:p/>
          <a:p>
            <a:r>
              <a:t>【10-06 の数値（伸筋側、包絡線、mV）】</a:t>
            </a:r>
          </a:p>
          <a:p>
            <a:r>
              <a:t>・B ext_fist_pron　MVC 0.154　確認動作 56%</a:t>
            </a:r>
          </a:p>
          <a:p>
            <a:r>
              <a:t>・A ext_self　　　 MVC 0.090　確認動作 96%</a:t>
            </a:r>
          </a:p>
          <a:p>
            <a:r>
              <a:t>・F ext_radial_pron MVC 0.080　確認動作 108%</a:t>
            </a:r>
          </a:p>
          <a:p>
            <a:r>
              <a:t>・E ext_open_neut　MVC 0.066　確認動作 132%</a:t>
            </a:r>
          </a:p>
          <a:p>
            <a:r>
              <a:t>・G ext_open_pron　MVC 0.054　確認動作 160%</a:t>
            </a:r>
          </a:p>
          <a:p>
            <a:r>
              <a:t>・C ext_fist_neut　MVC 0.051　確認動作 169%</a:t>
            </a:r>
          </a:p>
          <a:p>
            <a:r>
              <a:t>・D ext_ulnar_neut　MVC 0.044　確認動作 198%</a:t>
            </a:r>
          </a:p>
          <a:p>
            <a:r>
              <a:t>ほかの課題との差は、次のページのとおり疲れと分けられないので、課題の良し悪しとしては見ません。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うまくいかなかったことです。</a:t>
            </a:r>
          </a:p>
          <a:p/>
          <a:p>
            <a:r>
              <a:t>屈曲は足りませんでした。手首を曲げきる確認動作が、屈曲で一番大きい課題（J、相手の手を握って屈曲）の 416 %MVC になりました。I・J は手のひら上で、腕を机から浮かせて取っています。</a:t>
            </a:r>
          </a:p>
          <a:p/>
          <a:p>
            <a:r>
              <a:t>課題を、休みを十分とらずに続けて取ったので、疲れを考えに入れそこねました。後に取った課題ほど疲れて小さく出た可能性があり、「ほかの伸展の課題は B の 28〜59%」「A は B の 59%（他の人に押さえてもらうと約 2 倍）」は、課題の差とは言い切れません。疲れを確かめるはずだった B の 3 回目と最後の確認動作も取りそこねました。</a:t>
            </a:r>
          </a:p>
          <a:p/>
          <a:p>
            <a:r>
              <a:t>D 以降の課題は腕を机から浮かせて取りました。浮かせる取り方はうまくいかなそうなので、次からは腕を机に乗せます。</a:t>
            </a:r>
          </a:p>
          <a:p/>
          <a:p>
            <a:r>
              <a:t>ほかに、一人でやる方法（H、机の天板の裏を押し上げる）は取ったものの CSV を書き出しそこね、比べられませんでした。試行は 1 回ずつ（A だけ 2 回）なので、ばらつきも見られていません。</a:t>
            </a:r>
          </a:p>
          <a:p/>
          <a:p>
            <a:r>
              <a:t>【センサの上下】記録中にどちらが伸筋側かわからなくなりました。伸展の 7 試行すべてで、センサ 0 が 40〜140 μV、センサ 3 は安静と同じ 3〜5 μV だったので、センサ 0 を伸筋側としました（09-29 とは逆）。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MVC の取り方を次の 2 つにします。どちらも腕は机に乗せます。</a:t>
            </a:r>
          </a:p>
          <a:p>
            <a:r>
              <a:t>・伸展：手のひら下・握って、上から押さえてもらう（B）</a:t>
            </a:r>
          </a:p>
          <a:p>
            <a:r>
              <a:t>・屈曲：机に向かって押し下げる</a:t>
            </a:r>
          </a:p>
          <a:p/>
          <a:p>
            <a:r>
              <a:t>屈曲の新しいやり方はまだ試していないので、次回の記録で確かめます。順番は、確認動作を最初に取り、B と一人用（H）を 2 回ずつ、屈曲、最後に確認動作と B をもう 1 回です。最後の B が最初より小さければ疲れていたとわかります。課題のあいだは十分休みます。</a:t>
            </a:r>
          </a:p>
          <a:p/>
          <a:p>
            <a:r>
              <a:t>伸展・屈曲とも、確認動作が 100 %MVC 以下に収まれば決定として、calibration.py の DEFAULT_TASKS に入れます。</a:t>
            </a:r>
          </a:p>
          <a:p/>
          <a:p>
            <a:r>
              <a:t>記録の前に、センサ番号と貼った位置を sensors.json に書き、反らしてどちらが伸筋側か確かめます。今回センサの上下がわからなくなったのを防ぐためです。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</a:t>
            </a:r>
          </a:p>
          <a:p/>
          <a:p>
            <a:r>
              <a:t>大きな目標は、前腕 2 か所で新しいデータを取りました。6 か所の本番データは、MVC の取り方を確かめてから取ります。</a:t>
            </a:r>
          </a:p>
          <a:p/>
          <a:p>
            <a:r>
              <a:t>小さな目標は、伸展の MVC は B（腕を机に乗せ、上から押さえてもらう）に決まりました。屈曲は「机に向かって押し下げる」に決めましたが、足りるかは次回確かめます。一人で取れるかも残っています。</a:t>
            </a:r>
          </a:p>
          <a:p/>
          <a:p>
            <a:r>
              <a:t>来週は、伸展・屈曲の MVC を確かめて、6 か所で本番データを取ります。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66875"/>
            <a:ext cx="7772400" cy="523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エイムスキル学習支援の研究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43175"/>
            <a:ext cx="7772400" cy="2857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進捗報告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128962"/>
            <a:ext cx="2009775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3309938"/>
            <a:ext cx="777240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2026年10月8日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今週の目標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28587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90500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28587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3850" y="1514475"/>
            <a:ext cx="7239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そのために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952750"/>
            <a:ext cx="7962900" cy="952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・前回：手首を反らしきると約 350 %MVC　→　MVC が小さすぎた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・本番データの前に、MVC の取り方を固める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やったこと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・MVC の取り方を文献で調べた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・候補の取り方を、研究室で同じ日に試した（10-06）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① 文献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13 本を読み
手順をたどる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5275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7" name="Rounded Rectangle 6"/>
          <p:cNvSpPr/>
          <p:nvPr/>
        </p:nvSpPr>
        <p:spPr>
          <a:xfrm>
            <a:off x="335280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② 研究室で試す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 課題 ＋
確認動作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5310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61531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③ 比べる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確認動作は
MVC の何 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文献でわかったこと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・抵抗は、どの文献も実験者がかけている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・伸筋は、筋ごとに課題を分けている（握る・開く・小指側）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2450" y="2238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52450" y="2238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筋ごとの手順あり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0" y="2238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Lacelle 2025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2450" y="2619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52450" y="2619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別の論文に任せる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2619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 2025 ×2・博論　→　たどると Forman 2019 の表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3000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3000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一言だけ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000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Wang 2023（解剖ガイドに従った）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2450" y="3381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552450" y="3381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を使っていない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81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 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450" y="3762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自分の手で押さえるやり方は、どの文献にもない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試した動作（10-06）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47750"/>
            <a:ext cx="7962900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・伸展 8 つ・屈曲 2 つを 1 回ずつ（A だけ 2 回）。最初に確認動作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47637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確認動作（誰も押さえない・最初に取った）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2450" y="1676400"/>
            <a:ext cx="3943350" cy="304800"/>
          </a:xfrm>
          <a:prstGeom prst="roundRect">
            <a:avLst>
              <a:gd name="adj" fmla="val 15625"/>
            </a:avLst>
          </a:prstGeom>
          <a:noFill/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76200" bIns="0" lIns="762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　</a:t>
            </a: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手首を反らしきる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676400"/>
            <a:ext cx="3943350" cy="304800"/>
          </a:xfrm>
          <a:prstGeom prst="roundRect">
            <a:avLst>
              <a:gd name="adj" fmla="val 15625"/>
            </a:avLst>
          </a:prstGeom>
          <a:noFill/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76200" bIns="0" lIns="762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屈曲　</a:t>
            </a: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手首を曲げきる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2076450"/>
            <a:ext cx="2857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50" y="2276475"/>
            <a:ext cx="928688" cy="119062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自分の手で
押さえる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7338" y="2276475"/>
            <a:ext cx="928688" cy="1190625"/>
          </a:xfrm>
          <a:prstGeom prst="roundRect">
            <a:avLst>
              <a:gd name="adj" fmla="val 5128"/>
            </a:avLst>
          </a:prstGeom>
          <a:solidFill>
            <a:srgbClr val="E8F0F8"/>
          </a:solidFill>
          <a:ln w="19050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握って上から
押さえて
もらう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2225" y="2276475"/>
            <a:ext cx="928688" cy="119062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C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握って
手の甲側へ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7112" y="2276475"/>
            <a:ext cx="928688" cy="119062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握って
＋小指側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4262" y="3305175"/>
            <a:ext cx="823912" cy="1333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276475"/>
            <a:ext cx="928688" cy="119062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手を開き
ながら反らす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3305175"/>
            <a:ext cx="823912" cy="1333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6888" y="2276475"/>
            <a:ext cx="928688" cy="119062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F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握って
＋親指側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34038" y="3305175"/>
            <a:ext cx="823912" cy="1333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1775" y="2276475"/>
            <a:ext cx="928688" cy="119062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指を伸ばして
反らす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925" y="3305175"/>
            <a:ext cx="823912" cy="1333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6662" y="2276475"/>
            <a:ext cx="928688" cy="119062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H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一人で天板の
裏を押す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3812" y="3171825"/>
            <a:ext cx="823912" cy="1333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3812" y="3305175"/>
            <a:ext cx="823912" cy="1333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CSV なし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450" y="3562350"/>
            <a:ext cx="2857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2450" y="3762375"/>
            <a:ext cx="1933575" cy="809625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I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握って曲げる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410075"/>
            <a:ext cx="1828800" cy="1333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2225" y="3762375"/>
            <a:ext cx="1933575" cy="809625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7150" rIns="47625" bIns="57150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5"/>
              </a:spcAft>
            </a:pPr>
            <a:r>
              <a:rPr sz="11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J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787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相手の指を握って曲げる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19375" y="4410075"/>
            <a:ext cx="1828800" cy="1333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762375"/>
            <a:ext cx="3943350" cy="809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抵抗は H 以外、手伝う人がかけた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B〜G は文献の課題（Forman 2019、Lacelle 2025）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どう比べたか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＝ 誰も押さえず、手首を反らしきる（疲れる前の最初に取る）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÷ 課題の MVC が 100% 以下なら、全力を出し切れている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381250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課題の MVC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0" y="2443162"/>
            <a:ext cx="3333750" cy="304800"/>
          </a:xfrm>
          <a:prstGeom prst="roundRect">
            <a:avLst>
              <a:gd name="adj" fmla="val 625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0" y="2381250"/>
            <a:ext cx="20574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＝ 100 %MVC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290512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000" y="2967038"/>
            <a:ext cx="1905000" cy="304800"/>
          </a:xfrm>
          <a:prstGeom prst="roundRect">
            <a:avLst>
              <a:gd name="adj" fmla="val 625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8250" y="2905125"/>
            <a:ext cx="34861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100% 以下　→　足りている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8137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確認動作（足りない例）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0" y="3443288"/>
            <a:ext cx="4286250" cy="304800"/>
          </a:xfrm>
          <a:prstGeom prst="roundRect">
            <a:avLst>
              <a:gd name="adj" fmla="val 6250"/>
            </a:avLst>
          </a:prstGeom>
          <a:solidFill>
            <a:srgbClr val="F4F4F4"/>
          </a:solidFill>
          <a:ln w="9525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0" y="3381375"/>
            <a:ext cx="11049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超える
→ 足りない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81750" y="2333625"/>
            <a:ext cx="0" cy="1476375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伸展：B で足りた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・腕を机に乗せ、上から押さえてもらう（B）で 56 %MVC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・確認動作は疲れる前に取った　→　疲れがあっても結論は同じ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14312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伸筋側：確認動作は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24765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09-29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自分の反対の手で押さえる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2552700"/>
            <a:ext cx="4333875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3825" y="24765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350 %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91465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同じやり方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2990850"/>
            <a:ext cx="1188720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8670" y="291465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96 %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33528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3429000"/>
            <a:ext cx="693420" cy="285750"/>
          </a:xfrm>
          <a:prstGeom prst="roundRect">
            <a:avLst>
              <a:gd name="adj" fmla="val 6666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3370" y="33528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56 %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0" y="2381250"/>
            <a:ext cx="0" cy="14287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6" name="TextBox 15"/>
          <p:cNvSpPr txBox="1"/>
          <p:nvPr/>
        </p:nvSpPr>
        <p:spPr>
          <a:xfrm>
            <a:off x="4095750" y="217170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0" y="2143125"/>
            <a:ext cx="32956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 が日で違う理由は未確定（センサの位置？押さえ方？）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伸展の MVC は B に決める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足りなかったこと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1238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・屈曲は、確認動作が 416 %MVC で足りない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・続けて取ったので、ほかの課題の差は疲れと分けられない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・D 以降（屈曲の I・J も）は腕を浮かせた　→　うまくいかなそう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6670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143250"/>
            <a:ext cx="266700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J　相手の手を握る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屈曲で一番大きい課題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3238500"/>
            <a:ext cx="4754880" cy="285750"/>
          </a:xfrm>
          <a:prstGeom prst="roundRect">
            <a:avLst>
              <a:gd name="adj" fmla="val 6666"/>
            </a:avLst>
          </a:prstGeom>
          <a:solidFill>
            <a:srgbClr val="E0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4830" y="3143250"/>
            <a:ext cx="142875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416 %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76750" y="3048000"/>
            <a:ext cx="0" cy="5905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4000500" y="283845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腕を浮かせず、休みをとって取り直す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次やること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・腕は机に乗せる。疲れる前と後に確認動作を取る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伸展（決定）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手のひら下・握って、上から押さえてもらう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91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FBEBDD"/>
          </a:solidFill>
          <a:ln w="14287">
            <a:solidFill>
              <a:srgbClr val="E07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屈曲（次回確かめる）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机に向かって押し下げる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280987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次回の記録の順番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2450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 最初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3625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0" name="Rounded Rectangle 9"/>
          <p:cNvSpPr/>
          <p:nvPr/>
        </p:nvSpPr>
        <p:spPr>
          <a:xfrm>
            <a:off x="2624138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2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B・H
2 回ずつ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05312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4695825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3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屈曲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77000" y="3476625"/>
            <a:ext cx="271462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6767512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 最後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
＋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4048125"/>
            <a:ext cx="79819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記録の前に、センサの番号と位置を sensors.json に書く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19062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80975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19062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245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前腕 2 か所で新しく取った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3048000"/>
            <a:ext cx="352425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・6 か所は、MVC を確かめてから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伸展は B に決定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4900" y="3048000"/>
            <a:ext cx="36195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・屈曲は次回確かめる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・一人で取れるかも残った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来週：MVC を確かめて、6 か所で本番データを取る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