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今週は、記録のやり方を Trigno Discover の CSV から Delsys API に移しました。結論から言うと、API で Discover と同じ設定で記録でき、センサ 2 本の同時記録と、本番の MVC と同じ流れでの続けての記録まで確かめました。あわせて、研究の背景に使える論文を 1 本読みました。</a:t>
            </a:r>
          </a:p>
          <a:p/>
          <a:p>
            <a:r>
              <a:t>流れは、目標 → やったこと → わかったこと → 次やること → まとめ、の順で話します。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大きな目標は先週と同じで、EMG でデータを取り、実際に違いが出ているデータを確認することです。</a:t>
            </a:r>
          </a:p>
          <a:p/>
          <a:p>
            <a:r>
              <a:t>そのための小さな目標が、Trigno Discover で CSV を書き出すやり方から、Delsys API で直接記録するやり方に移すことです。</a:t>
            </a:r>
          </a:p>
          <a:p/>
          <a:p>
            <a:r>
              <a:t>API は、Delsys が配っている、プログラムから基地局を動かすための部品です。Discover を開かずに、自分のコードから記録の開始・停止やデータの受け取りができます。使うにはキーとライセンスが要り、先週届きました。</a:t>
            </a:r>
          </a:p>
          <a:p/>
          <a:p>
            <a:r>
              <a:t>移す理由は 2 つです。1 つ目、Discover では 1 回ごとに手で CSV を書き出していて、書き出し忘れが起きました。10-06 の一人でやる方法（H）は、取ったのに CSV がなく比べられませんでした。2 つ目、API なら記録してすぐ保存でき、MVC の手順（calibrate）や、エイム課題との時刻合わせもコードで扱えます。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やったことは 4 つです。</a:t>
            </a:r>
          </a:p>
          <a:p/>
          <a:p>
            <a:r>
              <a:t>1 つ目、届いた API のキーとライセンスで、自分の PC から基地局（Trigno Centro）につなぎました。自分のコード（emgpipe）で、API から記録できるようにしています。届いた .key と .lic のファイルをそのまま置けば読むようにし、今の API で接続の設定が失敗するのを直しました。</a:t>
            </a:r>
          </a:p>
          <a:p/>
          <a:p>
            <a:r>
              <a:t>2 つ目、記録中に、指示（「脱力」「全力で反らす」など）と筋活動のグラフを出す窓を作りました。</a:t>
            </a:r>
          </a:p>
          <a:p/>
          <a:p>
            <a:r>
              <a:t>3 つ目、10-13 に研究室で実機で試しました。センサ 1 本で 10 秒（5 秒脱力 → 3 秒反らす → 2 秒脱力）、センサ 2 本で同時に 10 秒、それから、つないだまま安静 → 伸展 × 2 → 屈曲 × 2 の 5 回を続けて記録しました。最後のは本番の MVC と同じ流れで、力は入れていません。</a:t>
            </a:r>
          </a:p>
          <a:p/>
          <a:p>
            <a:r>
              <a:t>4 つ目、論文を 1 本読みました。Neri ほか（2021）で、FPS の練習で、難しさを本人の成績に合わせて上げていくと上達が速くなるか、を調べたものです。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小さな目標への答えです。API で記録できるようになりました。Discover と同じ設定で取れ、筋の動きにも反応しました。</a:t>
            </a:r>
          </a:p>
          <a:p/>
          <a:p>
            <a:r>
              <a:t>設定は Discover と同じ Avanti、2148 Hz です。10 秒で 21,481 サンプルで、10 秒 × 2148 Hz とちょうど合い、取りこぼしはありませんでした。</a:t>
            </a:r>
          </a:p>
          <a:p/>
          <a:p>
            <a:r>
              <a:t>左の図が記録中の窓です。上に今の指示と経過秒、下に直近 5 秒の筋活動（0.1 秒ごとの RMS、μV）が出ます。この図は、記録したデータの 7.5 秒目を、窓と同じ描き方で描き直したものです。</a:t>
            </a:r>
          </a:p>
          <a:p/>
          <a:p>
            <a:r>
              <a:t>脱力は 2 μV で、Discover のとき（3〜5 μV）と同じくらいでした。反らすと 43〜46 μV に上がり、戻すとすぐ 2 μV に戻りました。今回は自分で反らしただけで、押さえてもらっていないので、全力の MVC ではありません。</a:t>
            </a:r>
          </a:p>
          <a:p/>
          <a:p>
            <a:r>
              <a:t>【10-13 の記録（包絡線の 1 秒ごとの平均、μV）】</a:t>
            </a:r>
          </a:p>
          <a:p>
            <a:r>
              <a:t>api_test_03：2, 2, 2, 2, 2, 21, 46, 43, 11, 2（0〜5 秒 脱力、5〜8 秒 反らす、8〜10 秒 脱力）</a:t>
            </a:r>
          </a:p>
          <a:p>
            <a:r>
              <a:t>0.5 秒平均の最大は 51 μV</a:t>
            </a:r>
          </a:p>
          <a:p>
            <a:r>
              <a:t>包絡線は 20〜450 Hz のバンドパス → 整流 → 6 Hz のローパス。単位は API も Discover の CSV も mV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本番に向けて、2 つ確かめました。</a:t>
            </a:r>
          </a:p>
          <a:p/>
          <a:p>
            <a:r>
              <a:t>1 つ目、センサ 2 本を同時に記録して、両方とも 21,481 サンプルでそろいました。</a:t>
            </a:r>
          </a:p>
          <a:p/>
          <a:p>
            <a:r>
              <a:t>2 つ目、つないだまま、安静 → 伸展 × 2 → 屈曲 × 2 の 5 回を続けて記録して、途中で止まりませんでした。本番の MVC（安静 → 課題ごとに数回）を API で回せます。</a:t>
            </a:r>
          </a:p>
          <a:p/>
          <a:p>
            <a:r>
              <a:t>確かめていないことは 3 つです。6 本同時（今回は 2 本まで）、数分の長い記録（今回は 10 秒まで）、全力の MVC です。MVC の取り方は、今週は進めていません。</a:t>
            </a:r>
          </a:p>
          <a:p/>
          <a:p>
            <a:r>
              <a:t>【calib_test の設定】安静 3 秒、伸展・屈曲 2 秒 × 2、休憩 2 秒。サンプル数は安静 6,444、各試行 4,296 で、すべて合っていた。力を入れていないので値は使わない。</a:t>
            </a:r>
          </a:p>
          <a:p/>
          <a:p>
            <a:r>
              <a:t>【うまくいかなかったこと】</a:t>
            </a:r>
          </a:p>
          <a:p/>
          <a:p>
            <a:r>
              <a:t>つながるまでに 3 か所でつまずきました。1 つ目、基地局が自分の PC につながっていませんでした。ふだんは研究室の PC に挿さっているので、挿し替えました。2 つ目、センサが眠っていて、0 本と出ました。3 つ目、今の API は、使わない「同期出力」の周波数を決めないと、接続の設定が通りませんでした。同期出力は外部機器に合図を送る機能で、使わなくても、有効な値（37・74・148 Hz のどれか）を入れる必要がありました。</a:t>
            </a:r>
          </a:p>
          <a:p/>
          <a:p>
            <a:r>
              <a:t>センサが肌から浮くと、信号の 97% が電源の雑音（50 Hz とその倍数）になり、反らしても変わりませんでした。記録の前に、脱力と反らしで差が出るか見る必要があります。</a:t>
            </a:r>
          </a:p>
          <a:p/>
          <a:p>
            <a:r>
              <a:t>また、最初の 2 回は合図がなく、いつ反らすかわかりませんでした。合図のない記録は使えないので、記録中の窓を作りました。最初は窓の文字が「脱力」のまま変わらなかったので、毎回その場で描き直すように直し、記録中の画面を撮って切り替わることを確か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論文です。研究の背景に使えると思って読みました。本人の成績に合わせて練習を変えると、上達が速くなる。具体的なフィードバックで上達を促すという、この研究の考え方の裏付けになります。ゲームを研究している人が研究室にほかにもいるので、紹介も兼ねています。</a:t>
            </a:r>
          </a:p>
          <a:p/>
          <a:p>
            <a:r>
              <a:t>Neri ほか（2021、Frontiers in Psychology）です。FPS 未経験の 21 人が、CS:GO を 1 日 2 時間 × 3 週間（15 回、約 30 時間）練習しました。半分は普通の CS:GO で、難しさは 4 段階から自分で選びます。もう半分は難しさを 24 段階にした改造版で、2 ラウンド続けて「倒した数が倒された数の 2 倍以上」になったら、実験者が 1 段上げました。</a:t>
            </a:r>
          </a:p>
          <a:p/>
          <a:p>
            <a:r>
              <a:t>結果です。改造版のほうが、難しさ × 成績で見た点数が速く伸び、最大で約 2.5 倍難しい段階まで上がりました。射撃場の課題（止まった的・動く的を撃つ）は、両群とも練習の前後で上達しましたが、群の差はありませんでした。注意や反応の速さなどの認知課題も両群で速くなり、3 か月後も残りました。筋電や体の動きは測っていません。</a:t>
            </a:r>
          </a:p>
          <a:p/>
          <a:p>
            <a:r>
              <a:t>【改造版の難しさ】敵のボットの能力（狙いの速さ・正確さ、反応時間、連携、攻撃性、武器の得意不得意、移動の速さ）を約 100 通り組み合わせ、チームの強さ・人数・武器・マップの広さで 24 段階にした。24 段階目で基準を満たしたら 17 段階目に戻し、基準を 3 倍に上げる。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この論文を背景に使うときの注意です。</a:t>
            </a:r>
          </a:p>
          <a:p/>
          <a:p>
            <a:r>
              <a:t>改造版が勝っていたのは、「補正した K/D」という指標です。K/D は倒した数 ÷ 倒された数で、それに難しさの段階をかけたものです。例えば K/D 2.3、段階 16 なら 36.8 です。</a:t>
            </a:r>
          </a:p>
          <a:p/>
          <a:p>
            <a:r>
              <a:t>改造版は、成績が良いと段階が上がるので、この指標は伸びやすくなります。段階が上がると敵が強くなり K/D は 2 前後に落ち着きますが、段階をかけるので点数は段階に比例して伸びます。さらに、普通版の 4 段階は 1・5・7・10 段階に当てはめられているので、一番難しい Expert を選んでも 10 段階です。改造版は 24 段階まであります。同じ K/D 2 でも、普通版は最大 20、改造版は最大 48 になります。当てはめ方の根拠は書かれていません。</a:t>
            </a:r>
          </a:p>
          <a:p/>
          <a:p>
            <a:r>
              <a:t>段階をかけない K/D そのものは、2 群で差がありませんでした。エイムの課題でも差がありませんでした。なので、言えるのは「練習を個人に合わせると、ゲーム内の成績が速く伸びた（有利な指標で）」までです。フィードバックで上達する、エイムの技能が伸びる、という根拠にはなりません。改造版が変えたのは敵の強さだけで、プレイヤーにフィードバックはしていません。</a:t>
            </a:r>
          </a:p>
          <a:p/>
          <a:p>
            <a:r>
              <a:t>ほかの弱点は予備のページにまとめています。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次やることです。</a:t>
            </a:r>
          </a:p>
          <a:p/>
          <a:p>
            <a:r>
              <a:t>API で、決めたやり方の MVC を取ります。順番は、確認動作（疲れる前の最初）→ 伸展（B、腕を机に乗せ、上から押さえてもらう）→ 屈曲（机に向かって押し下げる）です。calibrate で、記録中の窓を出しながら取れるようにします。今は record にしか窓がありません。</a:t>
            </a:r>
          </a:p>
          <a:p/>
          <a:p>
            <a:r>
              <a:t>あわせて、6 本同時と、数分の長い記録を実機で確かめます。窓は記録全体をつなぎ直して描いているので、長い記録だと重くなるかもしれません。</a:t>
            </a:r>
          </a:p>
          <a:p/>
          <a:p>
            <a:r>
              <a:t>ほかの箇所（肩・上腕・僧帽筋）の MVC も考えます。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まとめです。</a:t>
            </a:r>
          </a:p>
          <a:p/>
          <a:p>
            <a:r>
              <a:t>大きな目標は、データを取る道具が Discover の CSV から API に移りました。違いが出ているデータの確認はまだです。</a:t>
            </a:r>
          </a:p>
          <a:p/>
          <a:p>
            <a:r>
              <a:t>小さな目標は、API で、センサ 2 本まで、つないだまま続けて記録できました。6 本と長い記録は次回確かめます。</a:t>
            </a:r>
          </a:p>
          <a:p/>
          <a:p>
            <a:r>
              <a:t>来週は、API で前腕の MVC を取ります。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（予備）10-13 に取った記録の一覧です。data/raw/2026-10-13/ にあります（Git 管理外）。</a:t>
            </a:r>
          </a:p>
          <a:p/>
          <a:p>
            <a:r>
              <a:t>api_test_01 はセンサを肌に付ける前で、±5.5 mV の上限に 6% 張り付いていて、雑音だけでした。api_test_02 は付けたあとですが合図がなく、脱力 11〜14 μV、反らして 30 μV で、雑音の 51% が 50 Hz でした。api_test_03 は窓の合図ありで、脱力 2 μV、反らして 43〜46 μV です。</a:t>
            </a:r>
          </a:p>
          <a:p/>
          <a:p>
            <a:r>
              <a:t>数値は包絡線の 1 秒ごとの平均です。浮いたセンサの判定には、信号のうち 50 Hz とその倍数（±1 Hz）が占める割合を使いました。api_test_03 を最初に取ったとき（画面を見ていなかった回、消去済み）は 97% 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（予備）Neri 2021 の弱点です。</a:t>
            </a:r>
          </a:p>
          <a:p/>
          <a:p>
            <a:r>
              <a:t>比べ方：段階をかけた指標は改造版に有利で、K/D そのものは差がない。普通版の段階の当てはめ方の根拠がない。普通版は難しさを自分で選び、改造版は実験者が上げたので、「本人に合わせたこと」と「強制的に難しくされたこと」を分けられない。段階は実験者が手で上げていて、実験者が群を知っていたかは読んだ範囲では書かれていない。</a:t>
            </a:r>
          </a:p>
          <a:p/>
          <a:p>
            <a:r>
              <a:t>人数と対象：11 人と 10 人。検出力 0.93 は観察された効果量から逆算したもの。認知課題の解析は、自由度 F(2,16) から逆算すると 10 人前後に見える（本文で確かめていない）。対象は FPS 未経験者で、タイトルは「プロの FPS」だが、プロや経験者には試していない。</a:t>
            </a:r>
          </a:p>
          <a:p/>
          <a:p>
            <a:r>
              <a:t>ベースラインと統制：コースの時間は改造版の群が練習前から約 30 秒遅く、伸びしろが大きかった可能性。ゲームをしない対照群がないので、認知の伸びが練習のおかげか、同じテストの慣れかを区別できない。</a:t>
            </a:r>
          </a:p>
          <a:p/>
          <a:p>
            <a:r>
              <a:t>報告：全体・部分課題の全体の正答率は 3 か月後に下がった（p = 0.024）。3 か月後は直後に効果が出た課題だけ測っている。データは「求めに応じて公開」。表 1 の斜めの的の「外れ」が 938 などで、命中（71〜80）と桁が合わない。</a:t>
            </a:r>
          </a:p>
          <a:p/>
          <a:p>
            <a:r>
              <a:t>文献：Neri, F., Smeralda, C. L., Momi, D. ほか（2021）Personalized Adaptive Training Improves Performance at a Professional First-Person Shooter Action Videogame. Frontiers in Psychology 12:598410.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66875"/>
            <a:ext cx="7772400" cy="5238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3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エイムスキル学習支援の研究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543175"/>
            <a:ext cx="7772400" cy="2857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進捗報告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3128962"/>
            <a:ext cx="2009775" cy="0"/>
          </a:xfrm>
          <a:prstGeom prst="line">
            <a:avLst/>
          </a:prstGeom>
          <a:ln w="9525">
            <a:solidFill>
              <a:srgbClr val="C8C8C8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685800" y="3309938"/>
            <a:ext cx="7772400" cy="238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2026年10月15日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今週の目標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2450" y="1285875"/>
            <a:ext cx="3524250" cy="1190625"/>
          </a:xfrm>
          <a:prstGeom prst="roundRect">
            <a:avLst>
              <a:gd name="adj" fmla="val 64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1450" rIns="190500" bIns="171450" lIns="190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</a:pPr>
            <a:r>
              <a:rPr sz="1125" b="1">
                <a:solidFill>
                  <a:srgbClr val="BFD6EE"/>
                </a:solidFill>
                <a:latin typeface="Meiryo"/>
                <a:ea typeface="Meiryo"/>
                <a:cs typeface="Meiryo"/>
              </a:rPr>
              <a:t>大きな目標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EMG で、違いが出ている
データを確認する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4171950" y="1905000"/>
            <a:ext cx="647700" cy="0"/>
          </a:xfrm>
          <a:prstGeom prst="line">
            <a:avLst/>
          </a:prstGeom>
          <a:ln w="28575">
            <a:solidFill>
              <a:srgbClr val="1F6FB4"/>
            </a:solidFill>
            <a:tailEnd type="triangle" w="med" len="med"/>
          </a:ln>
        </p:spPr>
      </p:cxnSp>
      <p:sp>
        <p:nvSpPr>
          <p:cNvPr id="6" name="Rounded Rectangle 5"/>
          <p:cNvSpPr/>
          <p:nvPr/>
        </p:nvSpPr>
        <p:spPr>
          <a:xfrm>
            <a:off x="4914900" y="1285875"/>
            <a:ext cx="3619500" cy="1190625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4287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1450" rIns="190500" bIns="171450" lIns="190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</a:pPr>
            <a:r>
              <a:rPr sz="11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小さな目標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Discover の CSV から
API での記録に移す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3850" y="1514475"/>
            <a:ext cx="7239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そのために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952750"/>
            <a:ext cx="7962900" cy="952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・Discover は 1 回ごとに手で CSV を書き出す　→　書き出し忘れ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・API なら記録してすぐ保存。MVC の手順もコードで回せる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やったこと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143000"/>
            <a:ext cx="7962900" cy="1095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50"/>
              </a:spcAft>
            </a:pPr>
            <a:r>
              <a:rPr sz="15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・自分のコードから基地局につなぎ、記録できるようにした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50"/>
              </a:spcAft>
            </a:pPr>
            <a:r>
              <a:rPr sz="15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・実機で試した（10-13、研究室）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50"/>
              </a:spcAft>
            </a:pPr>
            <a:r>
              <a:rPr sz="15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・論文を 1 本読んだ（Neri 2021）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2450" y="2571750"/>
            <a:ext cx="2381250" cy="95250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 w="9525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14300" bIns="114300" lIns="1143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① つなぐ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キーを置く
設定を直す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52750" y="3048000"/>
            <a:ext cx="381000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7" name="Rounded Rectangle 6"/>
          <p:cNvSpPr/>
          <p:nvPr/>
        </p:nvSpPr>
        <p:spPr>
          <a:xfrm>
            <a:off x="3352800" y="2571750"/>
            <a:ext cx="2381250" cy="95250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 w="9525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14300" bIns="114300" lIns="1143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② 窓を作る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指示と筋活動を
記録中に出す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53100" y="3048000"/>
            <a:ext cx="381000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6153150" y="2571750"/>
            <a:ext cx="2381250" cy="95250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 w="9525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14300" bIns="114300" lIns="1143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③ 実機で試す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1 本・2 本
続けて 5 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API で記録できた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047750"/>
            <a:ext cx="7962900" cy="714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75"/>
              </a:spcAft>
            </a:pPr>
            <a:r>
              <a:rPr sz="15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・Discover と同じ設定（Avanti、2148 Hz）。10 秒で取りこぼしなし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75"/>
              </a:spcAft>
            </a:pPr>
            <a:r>
              <a:rPr sz="15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・反らすと上がり、戻すとすぐ下がる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809750"/>
            <a:ext cx="4286250" cy="1619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記録中の窓（7.5 秒目）</a:t>
            </a:r>
          </a:p>
        </p:txBody>
      </p:sp>
      <p:pic>
        <p:nvPicPr>
          <p:cNvPr id="6" name="Picture 5" descr="2026-10-15_api_l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2000250"/>
            <a:ext cx="4286250" cy="18097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143500" y="2000250"/>
            <a:ext cx="3390900" cy="533400"/>
          </a:xfrm>
          <a:prstGeom prst="roundRect">
            <a:avLst>
              <a:gd name="adj" fmla="val 10714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3350" rIns="76200" bIns="133350" lIns="762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脱力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2 μV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43500" y="2609850"/>
            <a:ext cx="3390900" cy="533400"/>
          </a:xfrm>
          <a:prstGeom prst="roundRect">
            <a:avLst>
              <a:gd name="adj" fmla="val 10714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3350" rIns="76200" bIns="133350" lIns="762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反らす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43〜46 μV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43500" y="3219450"/>
            <a:ext cx="3390900" cy="533400"/>
          </a:xfrm>
          <a:prstGeom prst="roundRect">
            <a:avLst>
              <a:gd name="adj" fmla="val 10714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3350" rIns="76200" bIns="133350" lIns="762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10 秒の記録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21,481 サンプル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738" y="3914775"/>
            <a:ext cx="7967662" cy="0"/>
          </a:xfrm>
          <a:prstGeom prst="line">
            <a:avLst/>
          </a:prstGeom>
          <a:ln w="9525">
            <a:solidFill>
              <a:srgbClr val="C8C8C8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66738" y="4095750"/>
            <a:ext cx="7967662" cy="333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API で、Discover と同じように取れる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本番の流れでも止まらなかった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52450" y="1143000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552450" y="1285875"/>
            <a:ext cx="457200" cy="247650"/>
          </a:xfrm>
          <a:prstGeom prst="roundRect">
            <a:avLst>
              <a:gd name="adj" fmla="val 50000"/>
            </a:avLst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0" bIns="0" l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0625" y="1143000"/>
            <a:ext cx="2667000" cy="53340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センサ 2 本を同時に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2875" y="1143000"/>
            <a:ext cx="4581525" cy="53340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両方 21,481 サンプルでそろった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2450" y="1676400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9" name="Rounded Rectangle 8"/>
          <p:cNvSpPr/>
          <p:nvPr/>
        </p:nvSpPr>
        <p:spPr>
          <a:xfrm>
            <a:off x="552450" y="1819275"/>
            <a:ext cx="457200" cy="247650"/>
          </a:xfrm>
          <a:prstGeom prst="roundRect">
            <a:avLst>
              <a:gd name="adj" fmla="val 50000"/>
            </a:avLst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0" bIns="0" l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0625" y="1676400"/>
            <a:ext cx="2667000" cy="53340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つないだまま 5 回続けて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2875" y="1676400"/>
            <a:ext cx="4581525" cy="53340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安静 → 伸展 × 2 → 屈曲 × 2（本番の MVC と同じ流れ）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2450" y="2209800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13" name="Rounded Rectangle 12"/>
          <p:cNvSpPr/>
          <p:nvPr/>
        </p:nvSpPr>
        <p:spPr>
          <a:xfrm>
            <a:off x="552450" y="2352675"/>
            <a:ext cx="457200" cy="24765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0" bIns="0" l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0625" y="2209800"/>
            <a:ext cx="2667000" cy="53340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6 本を同時に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2875" y="2209800"/>
            <a:ext cx="4581525" cy="53340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今回は 2 本まで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2450" y="2743200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17" name="Rounded Rectangle 16"/>
          <p:cNvSpPr/>
          <p:nvPr/>
        </p:nvSpPr>
        <p:spPr>
          <a:xfrm>
            <a:off x="552450" y="2886075"/>
            <a:ext cx="457200" cy="24765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0" bIns="0" l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0625" y="2743200"/>
            <a:ext cx="2667000" cy="53340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数分の長い記録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2875" y="2743200"/>
            <a:ext cx="4581525" cy="53340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今回は 10 秒まで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52450" y="3276600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21" name="Rounded Rectangle 20"/>
          <p:cNvSpPr/>
          <p:nvPr/>
        </p:nvSpPr>
        <p:spPr>
          <a:xfrm>
            <a:off x="552450" y="3419475"/>
            <a:ext cx="457200" cy="24765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0" bIns="0" l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0625" y="3276600"/>
            <a:ext cx="2667000" cy="53340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全力の MVC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2875" y="3276600"/>
            <a:ext cx="4581525" cy="53340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押さえてもらっていない。取り方は今週は進めていない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52450" y="3810000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566738" y="3914775"/>
            <a:ext cx="7967662" cy="0"/>
          </a:xfrm>
          <a:prstGeom prst="line">
            <a:avLst/>
          </a:prstGeom>
          <a:ln w="9525">
            <a:solidFill>
              <a:srgbClr val="C8C8C8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566738" y="4095750"/>
            <a:ext cx="7967662" cy="333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本番の MVC を、API で回せる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論文：Neri ほか 2021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933450"/>
            <a:ext cx="7981950" cy="333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Personalized Adaptive Training Improves Performance at a Professional First-Person Shooter Action Videogame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Frontiers in Psychology 12:598410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428750"/>
            <a:ext cx="7962900" cy="619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25"/>
              </a:spcAft>
            </a:pPr>
            <a:r>
              <a:rPr sz="13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・FPS 未経験の 21 人が、CS:GO を 1 日 2 時間 × 3 週間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25"/>
              </a:spcAft>
            </a:pPr>
            <a:r>
              <a:rPr sz="13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・難しさを成績に合わせて上げる群と、普通の群を比べた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2450" y="2076450"/>
            <a:ext cx="3905250" cy="876300"/>
          </a:xfrm>
          <a:prstGeom prst="roundRect">
            <a:avLst>
              <a:gd name="adj" fmla="val 6521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52400" rIns="95250" bIns="152400" lIns="9525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sz="10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普通版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難しさは 4 段階から
自分で選ぶ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29150" y="2076450"/>
            <a:ext cx="3905250" cy="876300"/>
          </a:xfrm>
          <a:prstGeom prst="roundRect">
            <a:avLst>
              <a:gd name="adj" fmla="val 6521"/>
            </a:avLst>
          </a:prstGeom>
          <a:solidFill>
            <a:srgbClr val="E8F0F8"/>
          </a:solidFill>
          <a:ln w="14287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52400" rIns="95250" bIns="152400" lIns="9525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sz="105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改造版（本人に合わせる）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24 段階。K/D 2 以上が 2 回続くと
実験者が 1 段上げる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3000375"/>
            <a:ext cx="1905000" cy="2857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ゲーム内の成績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6500" y="3000375"/>
            <a:ext cx="6057900" cy="2857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改造版が速く伸びた（最大で約 2.5 倍難しい段階まで）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3286125"/>
            <a:ext cx="1905000" cy="2857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エイムの課題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6500" y="3286125"/>
            <a:ext cx="6057900" cy="2857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両群とも伸びた。群の差はなし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3571875"/>
            <a:ext cx="1905000" cy="2857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認知の課題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6500" y="3571875"/>
            <a:ext cx="6057900" cy="2857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両群とも速くなった。練習しない群はない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738" y="3914775"/>
            <a:ext cx="7967662" cy="0"/>
          </a:xfrm>
          <a:prstGeom prst="line">
            <a:avLst/>
          </a:prstGeom>
          <a:ln w="9525">
            <a:solidFill>
              <a:srgbClr val="C8C8C8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566738" y="4095750"/>
            <a:ext cx="7967662" cy="333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背景：練習を本人に合わせると、上達が速くなる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論文：言えるのはどこまでか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2450" y="1047750"/>
            <a:ext cx="7981950" cy="47625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rIns="0" bIns="152400" l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改造版が勝った指標　</a:t>
            </a:r>
            <a:r>
              <a:rPr sz="15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K/D × 難しさの段階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666875"/>
            <a:ext cx="798195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届く段階の上限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905000"/>
            <a:ext cx="2476500" cy="4762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普通版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Expert でも 10 段階に当てはめ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0" y="2000250"/>
            <a:ext cx="1905000" cy="285750"/>
          </a:xfrm>
          <a:prstGeom prst="roundRect">
            <a:avLst>
              <a:gd name="adj" fmla="val 6666"/>
            </a:avLst>
          </a:prstGeom>
          <a:solidFill>
            <a:srgbClr val="9DB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905000"/>
            <a:ext cx="1428750" cy="4762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10 段階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2428875"/>
            <a:ext cx="2476500" cy="4762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改造版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成績が良いと上がる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48000" y="2524125"/>
            <a:ext cx="4572000" cy="285750"/>
          </a:xfrm>
          <a:prstGeom prst="roundRect">
            <a:avLst>
              <a:gd name="adj" fmla="val 6666"/>
            </a:avLst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6200" y="2428875"/>
            <a:ext cx="1428750" cy="4762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24 段階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048000"/>
            <a:ext cx="7962900" cy="7620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・K/D そのものと、エイムの課題は、2 群で差がない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・変えたのは敵の強さだけ。フィードバックはしていない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738" y="3914775"/>
            <a:ext cx="7967662" cy="0"/>
          </a:xfrm>
          <a:prstGeom prst="line">
            <a:avLst/>
          </a:prstGeom>
          <a:ln w="9525">
            <a:solidFill>
              <a:srgbClr val="C8C8C8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566738" y="4095750"/>
            <a:ext cx="7967662" cy="333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言えるのは「個人に合わせると、ゲーム内の成績が速く伸びた」まで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次やること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1071562"/>
            <a:ext cx="798195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API で、決めたやり方の前腕の MVC を取る（記録中の窓を出す）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2450" y="1357312"/>
            <a:ext cx="2381250" cy="714375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14300" bIns="114300" lIns="1143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1 最初（疲れる前）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確認動作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52750" y="1714500"/>
            <a:ext cx="381000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7" name="Rounded Rectangle 6"/>
          <p:cNvSpPr/>
          <p:nvPr/>
        </p:nvSpPr>
        <p:spPr>
          <a:xfrm>
            <a:off x="3352800" y="1357312"/>
            <a:ext cx="2381250" cy="714375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9525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14300" bIns="114300" lIns="1143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2 伸展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上から押さえてもらう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53100" y="1714500"/>
            <a:ext cx="381000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6153150" y="1357312"/>
            <a:ext cx="2381250" cy="714375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9525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14300" bIns="114300" lIns="1143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3 屈曲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机に向かって押し下げる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2238375"/>
            <a:ext cx="798195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あわせてやること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2450" y="2524125"/>
            <a:ext cx="2381250" cy="1190625"/>
          </a:xfrm>
          <a:prstGeom prst="roundRect">
            <a:avLst>
              <a:gd name="adj" fmla="val 4800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3350" rIns="133350" bIns="133350" lIns="13335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25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6 本を同時に
記録する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今回は 2 本まで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2800" y="2524125"/>
            <a:ext cx="2381250" cy="1190625"/>
          </a:xfrm>
          <a:prstGeom prst="roundRect">
            <a:avLst>
              <a:gd name="adj" fmla="val 4800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3350" rIns="133350" bIns="133350" lIns="13335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25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数分の長い
記録を確かめる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今回は 10 秒まで
窓が重くならないか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2524125"/>
            <a:ext cx="2381250" cy="1190625"/>
          </a:xfrm>
          <a:prstGeom prst="roundRect">
            <a:avLst>
              <a:gd name="adj" fmla="val 4800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3350" rIns="133350" bIns="133350" lIns="13335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25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ほかの箇所の
MVC を考える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肩・上腕・僧帽筋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2450" y="1190625"/>
            <a:ext cx="3524250" cy="1190625"/>
          </a:xfrm>
          <a:prstGeom prst="roundRect">
            <a:avLst>
              <a:gd name="adj" fmla="val 64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1450" rIns="190500" bIns="171450" lIns="190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</a:pPr>
            <a:r>
              <a:rPr sz="1125" b="1">
                <a:solidFill>
                  <a:srgbClr val="BFD6EE"/>
                </a:solidFill>
                <a:latin typeface="Meiryo"/>
                <a:ea typeface="Meiryo"/>
                <a:cs typeface="Meiryo"/>
              </a:rPr>
              <a:t>大きな目標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EMG で、違いが出ている
データを確認する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4171950" y="1809750"/>
            <a:ext cx="647700" cy="0"/>
          </a:xfrm>
          <a:prstGeom prst="line">
            <a:avLst/>
          </a:prstGeom>
          <a:ln w="28575">
            <a:solidFill>
              <a:srgbClr val="1F6FB4"/>
            </a:solidFill>
            <a:tailEnd type="triangle" w="med" len="med"/>
          </a:ln>
        </p:spPr>
      </p:cxnSp>
      <p:sp>
        <p:nvSpPr>
          <p:cNvPr id="6" name="Rounded Rectangle 5"/>
          <p:cNvSpPr/>
          <p:nvPr/>
        </p:nvSpPr>
        <p:spPr>
          <a:xfrm>
            <a:off x="4914900" y="1190625"/>
            <a:ext cx="3619500" cy="1190625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4287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1450" rIns="190500" bIns="171450" lIns="190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</a:pPr>
            <a:r>
              <a:rPr sz="11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小さな目標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Discover の CSV から
API での記録に移す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2450" y="2667000"/>
            <a:ext cx="2095500" cy="2667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0" bIns="0" l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取る道具が API に移った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3048000"/>
            <a:ext cx="3524250" cy="714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75"/>
              </a:spcAft>
            </a:pPr>
            <a:r>
              <a:rPr sz="13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・違いが出ているデータの確認はまだ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14900" y="2667000"/>
            <a:ext cx="2381250" cy="266700"/>
          </a:xfrm>
          <a:prstGeom prst="roundRect">
            <a:avLst>
              <a:gd name="adj" fmla="val 50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0" bIns="0" l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F4E79"/>
                </a:solidFill>
                <a:latin typeface="Meiryo"/>
                <a:ea typeface="Meiryo"/>
                <a:cs typeface="Meiryo"/>
              </a:rPr>
              <a:t>2 本・続けて記録できた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4900" y="3048000"/>
            <a:ext cx="3619500" cy="714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75"/>
              </a:spcAft>
            </a:pPr>
            <a:r>
              <a:rPr sz="13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・6 本と長い記録は次回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738" y="3914775"/>
            <a:ext cx="7967662" cy="0"/>
          </a:xfrm>
          <a:prstGeom prst="line">
            <a:avLst/>
          </a:prstGeom>
          <a:ln w="9525">
            <a:solidFill>
              <a:srgbClr val="C8C8C8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66738" y="4095750"/>
            <a:ext cx="7967662" cy="333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来週：API で前腕の MVC を取る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予備：10-13 の記録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1047750"/>
            <a:ext cx="15716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ファイル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0750" y="1047750"/>
            <a:ext cx="26670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05375" y="1047750"/>
            <a:ext cx="3629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結果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2450" y="1285875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52450" y="1285875"/>
            <a:ext cx="1514475" cy="4762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api_test_01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0750" y="1285875"/>
            <a:ext cx="2609850" cy="4762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1 本、肌に付ける前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5375" y="1285875"/>
            <a:ext cx="3571875" cy="4762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上限に 6% 張り付く。雑音だけ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2450" y="1762125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52450" y="1762125"/>
            <a:ext cx="1514475" cy="4762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api_test_02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0750" y="1762125"/>
            <a:ext cx="2609850" cy="4762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1 本、付けたあと、合図なし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5375" y="1762125"/>
            <a:ext cx="3571875" cy="4762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脱力 11〜14 μV、反らして 30 μV
雑音の 51% が 50 Hz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2450" y="2238375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552450" y="2238375"/>
            <a:ext cx="1514475" cy="4762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api_test_03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0750" y="2238375"/>
            <a:ext cx="2609850" cy="4762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1 本、窓の合図あり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5375" y="2238375"/>
            <a:ext cx="3571875" cy="4762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脱力 2 μV、反らして 43〜46 μV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2450" y="2714625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552450" y="2714625"/>
            <a:ext cx="1514475" cy="4762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api_test_2ch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0750" y="2714625"/>
            <a:ext cx="2609850" cy="4762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2 本、10 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5375" y="2714625"/>
            <a:ext cx="3571875" cy="4762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両方 21,481 サンプル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2450" y="3190875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552450" y="3190875"/>
            <a:ext cx="1514475" cy="4762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calib_test/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0750" y="3190875"/>
            <a:ext cx="2609850" cy="4762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calibrate を短く（5 回続けて）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05375" y="3190875"/>
            <a:ext cx="3571875" cy="4762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5 回とも記録できた（値は使わない）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52450" y="3667125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552450" y="3810000"/>
            <a:ext cx="798195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数値は包絡線の 1 秒ごとの平均。data/raw/2026-10-13/（Git 管理外）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予備：Neri 2021 の弱点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1095375"/>
            <a:ext cx="3905250" cy="2095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比べ方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352550"/>
            <a:ext cx="3905250" cy="1095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25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・段階をかけた指標は改造版に有利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25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・普通版の段階の当てはめに根拠がない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25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・「合わせた」と「難しくされた」を分けられない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29150" y="1095375"/>
            <a:ext cx="3905250" cy="2095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人数と対象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29150" y="1352550"/>
            <a:ext cx="3905250" cy="1095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25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・11 人と 10 人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25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・認知課題は 10 人前後に見える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25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・FPS 未経験者だけ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2524125"/>
            <a:ext cx="3905250" cy="2095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統制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2781300"/>
            <a:ext cx="3905250" cy="1095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25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・練習前のコースが改造版で約 30 秒遅い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25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・ゲームをしない対照群がない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9150" y="2524125"/>
            <a:ext cx="3905250" cy="2095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9150" y="2781300"/>
            <a:ext cx="3905250" cy="1095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25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・3 か月後に下がった課題もある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25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・データは求めに応じて公開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25"/>
              </a:spcAft>
            </a:pPr>
            <a:r>
              <a:rPr sz="975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・表 1 に桁の合わない値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